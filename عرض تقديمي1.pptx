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005" autoAdjust="0"/>
    <p:restoredTop sz="94660"/>
  </p:normalViewPr>
  <p:slideViewPr>
    <p:cSldViewPr snapToGrid="0">
      <p:cViewPr>
        <p:scale>
          <a:sx n="73" d="100"/>
          <a:sy n="73" d="100"/>
        </p:scale>
        <p:origin x="372" y="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38F9B-2018-41AD-B449-112211CEDE93}" type="datetimeFigureOut">
              <a:rPr lang="ar-SA" smtClean="0"/>
              <a:t>25/04/1442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E59A3-3654-4728-A51A-7764908D217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67874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38F9B-2018-41AD-B449-112211CEDE93}" type="datetimeFigureOut">
              <a:rPr lang="ar-SA" smtClean="0"/>
              <a:t>25/04/1442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E59A3-3654-4728-A51A-7764908D217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960405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38F9B-2018-41AD-B449-112211CEDE93}" type="datetimeFigureOut">
              <a:rPr lang="ar-SA" smtClean="0"/>
              <a:t>25/04/1442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E59A3-3654-4728-A51A-7764908D217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433949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38F9B-2018-41AD-B449-112211CEDE93}" type="datetimeFigureOut">
              <a:rPr lang="ar-SA" smtClean="0"/>
              <a:t>25/04/1442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E59A3-3654-4728-A51A-7764908D217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52846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38F9B-2018-41AD-B449-112211CEDE93}" type="datetimeFigureOut">
              <a:rPr lang="ar-SA" smtClean="0"/>
              <a:t>25/04/1442</a:t>
            </a:fld>
            <a:endParaRPr lang="ar-S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E59A3-3654-4728-A51A-7764908D217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941003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38F9B-2018-41AD-B449-112211CEDE93}" type="datetimeFigureOut">
              <a:rPr lang="ar-SA" smtClean="0"/>
              <a:t>25/04/1442</a:t>
            </a:fld>
            <a:endParaRPr lang="ar-SA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E59A3-3654-4728-A51A-7764908D217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537372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38F9B-2018-41AD-B449-112211CEDE93}" type="datetimeFigureOut">
              <a:rPr lang="ar-SA" smtClean="0"/>
              <a:t>25/04/1442</a:t>
            </a:fld>
            <a:endParaRPr lang="ar-SA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E59A3-3654-4728-A51A-7764908D217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88589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38F9B-2018-41AD-B449-112211CEDE93}" type="datetimeFigureOut">
              <a:rPr lang="ar-SA" smtClean="0"/>
              <a:t>25/04/1442</a:t>
            </a:fld>
            <a:endParaRPr lang="ar-SA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E59A3-3654-4728-A51A-7764908D217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888420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38F9B-2018-41AD-B449-112211CEDE93}" type="datetimeFigureOut">
              <a:rPr lang="ar-SA" smtClean="0"/>
              <a:t>25/04/1442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E59A3-3654-4728-A51A-7764908D217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721203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صورة بانورامي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38F9B-2018-41AD-B449-112211CEDE93}" type="datetimeFigureOut">
              <a:rPr lang="ar-SA" smtClean="0"/>
              <a:t>25/04/1442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E59A3-3654-4728-A51A-7764908D217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014974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العنوان والتسمية ال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38F9B-2018-41AD-B449-112211CEDE93}" type="datetimeFigureOut">
              <a:rPr lang="ar-SA" smtClean="0"/>
              <a:t>25/04/1442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E59A3-3654-4728-A51A-7764908D217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728337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اقتباس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ar-SA"/>
              <a:t>انقر لتحرير أنماط نص الشكل الرئيسي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38F9B-2018-41AD-B449-112211CEDE93}" type="datetimeFigureOut">
              <a:rPr lang="ar-SA" smtClean="0"/>
              <a:t>25/04/1442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E59A3-3654-4728-A51A-7764908D2170}" type="slidenum">
              <a:rPr lang="ar-SA" smtClean="0"/>
              <a:t>‹#›</a:t>
            </a:fld>
            <a:endParaRPr lang="ar-SA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804120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بطاقة اس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38F9B-2018-41AD-B449-112211CEDE93}" type="datetimeFigureOut">
              <a:rPr lang="ar-SA" smtClean="0"/>
              <a:t>25/04/1442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E59A3-3654-4728-A51A-7764908D217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7143928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أعمد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38F9B-2018-41AD-B449-112211CEDE93}" type="datetimeFigureOut">
              <a:rPr lang="ar-SA" smtClean="0"/>
              <a:t>25/04/1442</a:t>
            </a:fld>
            <a:endParaRPr lang="ar-S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E59A3-3654-4728-A51A-7764908D217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0588153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أعمدة صو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38F9B-2018-41AD-B449-112211CEDE93}" type="datetimeFigureOut">
              <a:rPr lang="ar-SA" smtClean="0"/>
              <a:t>25/04/1442</a:t>
            </a:fld>
            <a:endParaRPr lang="ar-S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E59A3-3654-4728-A51A-7764908D217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4878392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38F9B-2018-41AD-B449-112211CEDE93}" type="datetimeFigureOut">
              <a:rPr lang="ar-SA" smtClean="0"/>
              <a:t>25/04/1442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E59A3-3654-4728-A51A-7764908D217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4893744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38F9B-2018-41AD-B449-112211CEDE93}" type="datetimeFigureOut">
              <a:rPr lang="ar-SA" smtClean="0"/>
              <a:t>25/04/1442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E59A3-3654-4728-A51A-7764908D217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02320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4438F9B-2018-41AD-B449-112211CEDE93}" type="datetimeFigureOut">
              <a:rPr lang="ar-SA" smtClean="0"/>
              <a:t>25/04/1442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E59A3-3654-4728-A51A-7764908D217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1361230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1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28D2D225-D8EA-49AE-B97D-617964345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5857" y="-3358805"/>
            <a:ext cx="6466114" cy="775663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 </a:t>
            </a:r>
            <a:endParaRPr lang="ar-SA" dirty="0">
              <a:solidFill>
                <a:schemeClr val="bg1"/>
              </a:solidFill>
            </a:endParaRPr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658352EE-A458-4381-A11E-228B479D3C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V="1">
            <a:off x="1154955" y="5638799"/>
            <a:ext cx="8825658" cy="2383971"/>
          </a:xfrm>
        </p:spPr>
        <p:txBody>
          <a:bodyPr/>
          <a:lstStyle/>
          <a:p>
            <a:endParaRPr lang="ar-SA" dirty="0"/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71E1E25A-2161-4EA8-B03B-E9427AE19646}"/>
              </a:ext>
            </a:extLst>
          </p:cNvPr>
          <p:cNvSpPr txBox="1"/>
          <p:nvPr/>
        </p:nvSpPr>
        <p:spPr>
          <a:xfrm>
            <a:off x="185057" y="141514"/>
            <a:ext cx="9603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What is renewable energy?</a:t>
            </a:r>
          </a:p>
        </p:txBody>
      </p:sp>
      <p:sp>
        <p:nvSpPr>
          <p:cNvPr id="13" name="مربع نص 12">
            <a:extLst>
              <a:ext uri="{FF2B5EF4-FFF2-40B4-BE49-F238E27FC236}">
                <a16:creationId xmlns:a16="http://schemas.microsoft.com/office/drawing/2014/main" id="{A269304C-6DED-4686-B439-61C0B9845AB0}"/>
              </a:ext>
            </a:extLst>
          </p:cNvPr>
          <p:cNvSpPr txBox="1"/>
          <p:nvPr/>
        </p:nvSpPr>
        <p:spPr>
          <a:xfrm>
            <a:off x="0" y="2860474"/>
            <a:ext cx="47162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Examples of renewable energy?</a:t>
            </a:r>
          </a:p>
        </p:txBody>
      </p:sp>
    </p:spTree>
    <p:extLst>
      <p:ext uri="{BB962C8B-B14F-4D97-AF65-F5344CB8AC3E}">
        <p14:creationId xmlns:p14="http://schemas.microsoft.com/office/powerpoint/2010/main" val="4579397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أيون">
  <a:themeElements>
    <a:clrScheme name="أيون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أيون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أيون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39</TotalTime>
  <Words>11</Words>
  <Application>Microsoft Office PowerPoint</Application>
  <PresentationFormat>شاشة عريضة</PresentationFormat>
  <Paragraphs>3</Paragraphs>
  <Slides>1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أيون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mohammed mutahar</dc:creator>
  <cp:lastModifiedBy>mohammed mutahar</cp:lastModifiedBy>
  <cp:revision>4</cp:revision>
  <dcterms:created xsi:type="dcterms:W3CDTF">2020-12-10T08:11:42Z</dcterms:created>
  <dcterms:modified xsi:type="dcterms:W3CDTF">2020-12-10T08:50:47Z</dcterms:modified>
</cp:coreProperties>
</file>