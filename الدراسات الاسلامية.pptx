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7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64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4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3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0652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00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85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02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0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010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2796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73969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058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169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4536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98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3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9/19/2021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61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mp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4C90F48-1666-44DE-959B-AFF3EBAA0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9" y="0"/>
            <a:ext cx="5010151" cy="1239894"/>
          </a:xfrm>
        </p:spPr>
        <p:txBody>
          <a:bodyPr>
            <a:normAutofit fontScale="90000"/>
          </a:bodyPr>
          <a:lstStyle/>
          <a:p>
            <a:r>
              <a:rPr lang="ar-SA" dirty="0"/>
              <a:t>الدراسات الاسلامية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00F285B6-3ADA-4ACC-A6C4-B569354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2428876"/>
            <a:ext cx="7325106" cy="1239894"/>
          </a:xfrm>
        </p:spPr>
        <p:txBody>
          <a:bodyPr>
            <a:noAutofit/>
          </a:bodyPr>
          <a:lstStyle/>
          <a:p>
            <a:r>
              <a:rPr lang="ar-SA" sz="4800" dirty="0"/>
              <a:t>تفسير سورة الأعراف من اية 26 الى اية 27</a:t>
            </a:r>
          </a:p>
        </p:txBody>
      </p:sp>
    </p:spTree>
    <p:extLst>
      <p:ext uri="{BB962C8B-B14F-4D97-AF65-F5344CB8AC3E}">
        <p14:creationId xmlns:p14="http://schemas.microsoft.com/office/powerpoint/2010/main" val="106061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C31695F-1207-473C-A045-22338FA5B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175" y="352425"/>
            <a:ext cx="6498009" cy="1400530"/>
          </a:xfrm>
        </p:spPr>
        <p:txBody>
          <a:bodyPr/>
          <a:lstStyle/>
          <a:p>
            <a:r>
              <a:rPr lang="ar-SA" sz="4000" dirty="0"/>
              <a:t>قال تعالى: </a:t>
            </a:r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FD974F4C-265A-4514-9328-054CEA553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257300"/>
            <a:ext cx="9403134" cy="5248275"/>
          </a:xfrm>
        </p:spPr>
      </p:pic>
    </p:spTree>
    <p:extLst>
      <p:ext uri="{BB962C8B-B14F-4D97-AF65-F5344CB8AC3E}">
        <p14:creationId xmlns:p14="http://schemas.microsoft.com/office/powerpoint/2010/main" val="148072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B24328F-620A-4B1A-B207-F986D9AC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13656"/>
            <a:ext cx="8946541" cy="4334743"/>
          </a:xfrm>
        </p:spPr>
        <p:txBody>
          <a:bodyPr/>
          <a:lstStyle/>
          <a:p>
            <a:r>
              <a:rPr lang="ar-SA" dirty="0"/>
              <a:t>1:</a:t>
            </a:r>
          </a:p>
        </p:txBody>
      </p:sp>
      <p:sp>
        <p:nvSpPr>
          <p:cNvPr id="7" name="عنوان 6">
            <a:extLst>
              <a:ext uri="{FF2B5EF4-FFF2-40B4-BE49-F238E27FC236}">
                <a16:creationId xmlns:a16="http://schemas.microsoft.com/office/drawing/2014/main" id="{1B229796-2879-42CD-A09A-FBD5D110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147" y="1808553"/>
            <a:ext cx="7959275" cy="1400530"/>
          </a:xfrm>
        </p:spPr>
        <p:txBody>
          <a:bodyPr/>
          <a:lstStyle/>
          <a:p>
            <a:pPr algn="ctr"/>
            <a:r>
              <a:rPr lang="ar-SA" dirty="0"/>
              <a:t>اختاري موضوع مناسب </a:t>
            </a:r>
            <a:r>
              <a:rPr lang="ar-SA" dirty="0" err="1"/>
              <a:t>للأيات</a:t>
            </a:r>
            <a:r>
              <a:rPr lang="ar-SA" dirty="0"/>
              <a:t> السابقة </a:t>
            </a:r>
          </a:p>
        </p:txBody>
      </p:sp>
    </p:spTree>
    <p:extLst>
      <p:ext uri="{BB962C8B-B14F-4D97-AF65-F5344CB8AC3E}">
        <p14:creationId xmlns:p14="http://schemas.microsoft.com/office/powerpoint/2010/main" val="376134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C172BC-C895-4A8C-83E0-43A53497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8915332" cy="1400530"/>
          </a:xfrm>
        </p:spPr>
        <p:txBody>
          <a:bodyPr/>
          <a:lstStyle/>
          <a:p>
            <a:pPr algn="r"/>
            <a:r>
              <a:rPr lang="ar-SA" dirty="0"/>
              <a:t>اذكري معنى الكلمات والجمل </a:t>
            </a:r>
            <a:r>
              <a:rPr lang="ar-SA" dirty="0" err="1"/>
              <a:t>التاليه</a:t>
            </a:r>
            <a:endParaRPr lang="ar-SA" dirty="0"/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6AF55319-3A33-4153-8878-FA3D09084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7417" y="2822712"/>
            <a:ext cx="8338931" cy="4035287"/>
          </a:xfrm>
        </p:spPr>
      </p:pic>
    </p:spTree>
    <p:extLst>
      <p:ext uri="{BB962C8B-B14F-4D97-AF65-F5344CB8AC3E}">
        <p14:creationId xmlns:p14="http://schemas.microsoft.com/office/powerpoint/2010/main" val="50156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94BD7A5-F3D9-45FC-A634-0C746CB6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A" dirty="0"/>
              <a:t>اذكري الفوائد والاحكام</a:t>
            </a:r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BC8BEB66-11AC-4B92-9DBE-A36A926F0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791" y="1853249"/>
            <a:ext cx="8647044" cy="4448160"/>
          </a:xfrm>
        </p:spPr>
      </p:pic>
    </p:spTree>
    <p:extLst>
      <p:ext uri="{BB962C8B-B14F-4D97-AF65-F5344CB8AC3E}">
        <p14:creationId xmlns:p14="http://schemas.microsoft.com/office/powerpoint/2010/main" val="311171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7569B62-D21E-4AB8-B354-00274488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ar-SA" dirty="0"/>
              <a:t>ضع </a:t>
            </a:r>
            <a:r>
              <a:rPr lang="ar-SA" dirty="0" err="1"/>
              <a:t>أشارة</a:t>
            </a:r>
            <a:r>
              <a:rPr lang="ar-SA" dirty="0"/>
              <a:t> صح امام الخيار الصحيح فما يأتي </a:t>
            </a:r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712F62BC-94FA-435F-9C94-B6B4E70E1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9382" y="3026510"/>
            <a:ext cx="7632322" cy="3831489"/>
          </a:xfr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0F594820-68F7-4A74-A252-B2A4754F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39" y="4442790"/>
            <a:ext cx="906252" cy="377687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4E1AC9CD-2293-441A-BD27-8B10CBD9A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920" y="4065103"/>
            <a:ext cx="697957" cy="377687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F5AC9AF6-427A-4651-8AF4-254818D49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320" y="4899990"/>
            <a:ext cx="609631" cy="2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0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88ED45-1042-4A28-ABF5-B771E1F3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9152DB14-FB4D-40D7-B5CB-D78CDCF80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0537" y="4080665"/>
            <a:ext cx="12701" cy="139707"/>
          </a:xfr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7FA657CF-5BD5-4312-B962-5E0BAEF4F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991" y="2484783"/>
            <a:ext cx="4823164" cy="807538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E34C91D7-3E5B-4C7E-BF9C-BC28D376C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990" y="3292321"/>
            <a:ext cx="4823163" cy="631535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62E44163-33AD-4995-A682-5A7C775C8D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3130" t="-245086" r="-234995" b="311077"/>
          <a:stretch/>
        </p:blipFill>
        <p:spPr>
          <a:xfrm>
            <a:off x="7321612" y="3335012"/>
            <a:ext cx="45719" cy="93988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8C8D6F30-0D33-4D93-A5C6-684668F17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991" y="3966546"/>
            <a:ext cx="4849172" cy="76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75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أيون">
  <a:themeElements>
    <a:clrScheme name="أيون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37</Words>
  <Application>Microsoft Office PowerPoint</Application>
  <PresentationFormat>شاشة عريضة</PresentationFormat>
  <Paragraphs>8</Paragraphs>
  <Slides>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أيون</vt:lpstr>
      <vt:lpstr>الدراسات الاسلامية</vt:lpstr>
      <vt:lpstr>قال تعالى: </vt:lpstr>
      <vt:lpstr>اختاري موضوع مناسب للأيات السابقة </vt:lpstr>
      <vt:lpstr>اذكري معنى الكلمات والجمل التاليه</vt:lpstr>
      <vt:lpstr>اذكري الفوائد والاحكام</vt:lpstr>
      <vt:lpstr>ضع أشارة صح امام الخيار الصحيح فما يأتي 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الدراسات الاسلامية</dc:title>
  <dc:creator>mohammed mutahar</dc:creator>
  <cp:lastModifiedBy>mohammed mutahar</cp:lastModifiedBy>
  <cp:revision>5</cp:revision>
  <dcterms:created xsi:type="dcterms:W3CDTF">2021-09-19T19:52:11Z</dcterms:created>
  <dcterms:modified xsi:type="dcterms:W3CDTF">2021-09-19T20:29:35Z</dcterms:modified>
</cp:coreProperties>
</file>